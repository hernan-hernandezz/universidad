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8d080dd7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8d080dd7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d080dd7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d080dd7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d080dd7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d080dd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8d080dd7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8d080dd7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8d080dd7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8d080dd7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d080dd7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8d080dd7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d080dd7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d080dd7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8d080dd7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8d080dd7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8d080dd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8d080dd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8d080dd7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8d080dd7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8d080dd7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8d080dd7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8d080dd7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8d080dd7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8d080dd7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8d080dd7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8d080dd7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8d080dd7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8d080dd7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8d080dd7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8d080dd7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8d080dd7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8d080dd7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8d080dd7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976550" y="694100"/>
            <a:ext cx="5190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2"/>
                </a:solidFill>
              </a:rPr>
              <a:t>Hernan Hernandez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146950" y="2462650"/>
            <a:ext cx="485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2"/>
                </a:solidFill>
              </a:rPr>
              <a:t>Plataforma estudiantil</a:t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557275" y="1720350"/>
            <a:ext cx="67248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2"/>
                </a:solidFill>
              </a:rPr>
              <a:t>Mal ingreso de usuario o contraseña</a:t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InicioSe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77" y="0"/>
            <a:ext cx="72330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ErrorInicioSe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38" y="0"/>
            <a:ext cx="723303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2191950" y="2233200"/>
            <a:ext cx="476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2"/>
                </a:solidFill>
              </a:rPr>
              <a:t>Olvido de contraseña</a:t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InicioSe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77" y="0"/>
            <a:ext cx="72330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InicioSe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04421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9" title="olvidaste tu contraseñ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477" y="0"/>
            <a:ext cx="72330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 title="CodigoSeguridad.png"/>
          <p:cNvPicPr preferRelativeResize="0"/>
          <p:nvPr/>
        </p:nvPicPr>
        <p:blipFill rotWithShape="1">
          <a:blip r:embed="rId3">
            <a:alphaModFix/>
          </a:blip>
          <a:srcRect b="5123" l="0" r="1361" t="0"/>
          <a:stretch/>
        </p:blipFill>
        <p:spPr>
          <a:xfrm>
            <a:off x="773175" y="0"/>
            <a:ext cx="7315974" cy="50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 title="CambiarContaseña.png"/>
          <p:cNvPicPr preferRelativeResize="0"/>
          <p:nvPr/>
        </p:nvPicPr>
        <p:blipFill rotWithShape="1">
          <a:blip r:embed="rId3">
            <a:alphaModFix/>
          </a:blip>
          <a:srcRect b="8383" l="0" r="0" t="0"/>
          <a:stretch/>
        </p:blipFill>
        <p:spPr>
          <a:xfrm>
            <a:off x="1062625" y="76200"/>
            <a:ext cx="7018751" cy="45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 title="InicioSe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77" y="0"/>
            <a:ext cx="72330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/>
        </p:nvSpPr>
        <p:spPr>
          <a:xfrm>
            <a:off x="1257750" y="2340900"/>
            <a:ext cx="6628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2"/>
                </a:solidFill>
              </a:rPr>
              <a:t>inicio de sesion</a:t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 title="InicioSe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77" y="0"/>
            <a:ext cx="72330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 title="Dashboard princip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500" y="0"/>
            <a:ext cx="72330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/>
        </p:nvSpPr>
        <p:spPr>
          <a:xfrm>
            <a:off x="2282100" y="2233200"/>
            <a:ext cx="457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2"/>
                </a:solidFill>
              </a:rPr>
              <a:t>Aplicación</a:t>
            </a:r>
            <a:r>
              <a:rPr lang="es" sz="3200">
                <a:solidFill>
                  <a:schemeClr val="dk2"/>
                </a:solidFill>
              </a:rPr>
              <a:t> principal</a:t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7" title="Dashboard princip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700" y="0"/>
            <a:ext cx="72330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 title="Horari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77" y="0"/>
            <a:ext cx="72330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9" title="Comunic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77" y="0"/>
            <a:ext cx="72330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0" title="Academi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500" y="0"/>
            <a:ext cx="72330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